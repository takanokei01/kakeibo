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1" r:id="rId8"/>
    <p:sldId id="260" r:id="rId9"/>
    <p:sldId id="262" r:id="rId10"/>
    <p:sldId id="263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29E42-AA26-47CB-8A62-D42E7E0FDA65}" v="2" dt="2026-07-01T04:32:52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C4730-5917-35DD-3642-5E8817741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FB1749-B71D-61F1-88CA-12930668B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1B0E8C-D5E3-CAD6-AB41-3F420414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52348-1890-D0F0-1A37-DE251C19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3FEE1E-8D83-673E-5ABA-4122DFC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49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95B29-6EEB-9068-6A6A-3EF7DCDA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D6ADC-9B6F-CFA4-17AE-EA6CE37E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7220FA-4A53-7C59-DCCF-209BF134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BA95B-0DA1-C896-EA29-E0E55B4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220DCD-CA11-99AE-CB63-61E14209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63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4D4E4-7657-1371-CDFD-8252D659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AD71E2-3832-D9EE-E3EF-9F304EECF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19816-6C21-3D3A-AE6D-F3C9EDEE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986611-37A7-BCAC-4D4A-448A824D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668C11-034F-D9D5-B89B-BB351A5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23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5D359-CC98-8FC5-ED62-B24A2F57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568468-E178-80F0-17BA-700BE5632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542131-5E2B-2028-6C63-219BB86F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CBD5F1-94A6-48EB-E001-BC06CCD9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D5686E-D3DB-3053-E5DE-E81D817F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3B954D-A8CE-0663-9B37-8E0AA0B6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46282-50B9-FA20-E38B-C8ADFB3E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F60E39-D008-520A-C797-AE7E3B814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0E69D2-9C5B-9A74-0007-D19F44783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96A433-E57B-4417-1B54-890D90017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D73282-234B-39D3-305D-5BEA00621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E541E9-A5F7-04B6-D463-C0A164C1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B2F63E-36AA-44DA-8EDE-888804B4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14EFEA-BA9A-4276-D1F6-80A56622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66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F68F0-B310-6200-7268-FDB0EC58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811203-611E-98FE-0994-DD1E0069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652B933-C7C9-8E19-0DA2-07239241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AE2ED4-FD0F-7C5D-8246-0B912820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82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A8DFDA-3696-BAC4-D931-16C7E6C9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90432C-A3B2-505E-0D00-A46B4852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6AE0F2-6F6D-44D4-52FD-9F4DB5EF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22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AC83C-A0B3-9160-776F-A62DABAC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C47B0C-55D7-5DDE-D7D5-2987CAB06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6AB1CD-332C-7373-4052-D1A583918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BFDB8-454F-F36C-4773-9973E8A0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25293-1C1C-F25A-30D1-FA13E6E6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3E73D5-2CE9-92B5-4AB4-9A2C20E8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28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038FF-B27E-ED20-C7AF-30A1E744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10B6A75-D8F2-310C-154A-4482DA8AA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0E1212-F49C-E858-CF39-048486023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D93F93-42F6-BAEC-F3DC-6826A2AB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73EF13-4037-6649-0C79-64355245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A315B8-ABB5-71B3-B51F-3624C83D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98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DDF1F-848A-392F-FC7A-F1D1D434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5F9D36-4EDE-B24D-3F62-82261B990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A52C6A-ED05-18BD-6F11-C3B29AFF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656537-7310-4334-9184-9D5853F9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2AE4DD-92EF-7B8B-76BF-DDDAD070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25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DDE397-5C51-C4DF-7D7D-677970194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C657F4-831E-72BE-3760-7A89A4869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391CB1-1690-94A9-F9C3-E9268CEA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91E526-8348-FF55-C3A8-28069984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CF5DAC-9A18-43E0-079E-B127D557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00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B1DE6F-8FC4-64C6-1105-12CDFA5A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689AF8-F274-A784-65A8-2C72833B9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E6BFB8-1642-27A3-A118-B0E312365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E0562-6864-42CD-A0CB-D17B70C5D1D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F6F5C9-9FA2-2C45-1768-CFC02F5C0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742B83-D607-2BA3-797E-27B56BB1F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73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D8645-8BE3-DD0D-398A-FA6AD6920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0516" y="2566219"/>
            <a:ext cx="6390968" cy="1160053"/>
          </a:xfrm>
        </p:spPr>
        <p:txBody>
          <a:bodyPr/>
          <a:lstStyle/>
          <a:p>
            <a:r>
              <a:rPr kumimoji="1" lang="en-US" altLang="ja-JP" b="1" dirty="0">
                <a:latin typeface="+mn-ea"/>
                <a:ea typeface="+mn-ea"/>
              </a:rPr>
              <a:t>MY</a:t>
            </a:r>
            <a:r>
              <a:rPr kumimoji="1" lang="ja-JP" altLang="en-US" b="1" dirty="0">
                <a:latin typeface="+mn-ea"/>
                <a:ea typeface="+mn-ea"/>
              </a:rPr>
              <a:t>家計簿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EAF737-B8F4-2208-90D3-C4B07200E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4741" y="2031182"/>
            <a:ext cx="3662517" cy="712018"/>
          </a:xfrm>
        </p:spPr>
        <p:txBody>
          <a:bodyPr>
            <a:noAutofit/>
          </a:bodyPr>
          <a:lstStyle/>
          <a:p>
            <a:r>
              <a:rPr kumimoji="1" lang="ja-JP" altLang="en-US" sz="2800" b="1" dirty="0">
                <a:latin typeface="+mn-ea"/>
              </a:rPr>
              <a:t>家計簿</a:t>
            </a:r>
            <a:r>
              <a:rPr kumimoji="1" lang="en-US" altLang="ja-JP" sz="2800" b="1" dirty="0">
                <a:latin typeface="+mn-ea"/>
              </a:rPr>
              <a:t>web</a:t>
            </a:r>
            <a:r>
              <a:rPr kumimoji="1" lang="ja-JP" altLang="en-US" sz="2800" b="1" dirty="0">
                <a:latin typeface="+mn-ea"/>
              </a:rPr>
              <a:t>アプリ</a:t>
            </a:r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A07BE30A-DDE9-2829-14B1-5869BF2EA8CA}"/>
              </a:ext>
            </a:extLst>
          </p:cNvPr>
          <p:cNvSpPr txBox="1">
            <a:spLocks/>
          </p:cNvSpPr>
          <p:nvPr/>
        </p:nvSpPr>
        <p:spPr>
          <a:xfrm>
            <a:off x="8529483" y="6018162"/>
            <a:ext cx="3662517" cy="712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800" b="1" dirty="0">
                <a:latin typeface="+mn-ea"/>
              </a:rPr>
              <a:t>高野慧</a:t>
            </a:r>
          </a:p>
        </p:txBody>
      </p:sp>
    </p:spTree>
    <p:extLst>
      <p:ext uri="{BB962C8B-B14F-4D97-AF65-F5344CB8AC3E}">
        <p14:creationId xmlns:p14="http://schemas.microsoft.com/office/powerpoint/2010/main" val="368251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A453A-8CB5-3A41-D425-69BB3F9F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8998974" cy="4274422"/>
          </a:xfrm>
        </p:spPr>
        <p:txBody>
          <a:bodyPr>
            <a:normAutofit/>
          </a:bodyPr>
          <a:lstStyle/>
          <a:p>
            <a:r>
              <a:rPr lang="ja-JP" altLang="en-US" sz="3600" b="1" dirty="0">
                <a:latin typeface="+mn-ea"/>
                <a:ea typeface="+mn-ea"/>
              </a:rPr>
              <a:t>・サイトにログインすると中央にテンキーの表示</a:t>
            </a:r>
            <a:br>
              <a:rPr lang="en-US" altLang="ja-JP" sz="3600" b="1" dirty="0">
                <a:latin typeface="+mn-ea"/>
                <a:ea typeface="+mn-ea"/>
              </a:rPr>
            </a:br>
            <a:br>
              <a:rPr kumimoji="1" lang="en-US" altLang="ja-JP" sz="3600" b="1" dirty="0">
                <a:latin typeface="+mn-ea"/>
                <a:ea typeface="+mn-ea"/>
              </a:rPr>
            </a:br>
            <a:r>
              <a:rPr kumimoji="1" lang="ja-JP" altLang="en-US" sz="3600" b="1" dirty="0">
                <a:latin typeface="+mn-ea"/>
                <a:ea typeface="+mn-ea"/>
              </a:rPr>
              <a:t>・カテゴリは</a:t>
            </a:r>
            <a:r>
              <a:rPr lang="ja-JP" altLang="en-US" sz="3600" b="1" dirty="0">
                <a:latin typeface="+mn-ea"/>
                <a:ea typeface="+mn-ea"/>
              </a:rPr>
              <a:t>「食費」「交通費」</a:t>
            </a:r>
            <a:br>
              <a:rPr lang="en-US" altLang="ja-JP" sz="3600" b="1" dirty="0">
                <a:latin typeface="+mn-ea"/>
                <a:ea typeface="+mn-ea"/>
              </a:rPr>
            </a:br>
            <a:r>
              <a:rPr lang="ja-JP" altLang="en-US" sz="3600" b="1" dirty="0">
                <a:latin typeface="+mn-ea"/>
                <a:ea typeface="+mn-ea"/>
              </a:rPr>
              <a:t>「日用品」「その他」</a:t>
            </a:r>
            <a:br>
              <a:rPr lang="en-US" altLang="ja-JP" sz="3600" b="1" dirty="0">
                <a:latin typeface="+mn-ea"/>
                <a:ea typeface="+mn-ea"/>
              </a:rPr>
            </a:br>
            <a:endParaRPr kumimoji="1" lang="ja-JP" altLang="en-US" sz="3600" b="1" dirty="0">
              <a:latin typeface="+mn-ea"/>
              <a:ea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E2DD06F-843B-0A94-740F-C3C56DA49B5C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+mn-ea"/>
                <a:ea typeface="+mn-ea"/>
              </a:rPr>
              <a:t>概要①</a:t>
            </a:r>
          </a:p>
        </p:txBody>
      </p:sp>
    </p:spTree>
    <p:extLst>
      <p:ext uri="{BB962C8B-B14F-4D97-AF65-F5344CB8AC3E}">
        <p14:creationId xmlns:p14="http://schemas.microsoft.com/office/powerpoint/2010/main" val="171812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0022-2E8F-86AC-1EA5-F0C17B83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36E35-20F2-7469-B754-291ABE4D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9441426" cy="4274422"/>
          </a:xfrm>
        </p:spPr>
        <p:txBody>
          <a:bodyPr>
            <a:normAutofit/>
          </a:bodyPr>
          <a:lstStyle/>
          <a:p>
            <a:r>
              <a:rPr lang="ja-JP" altLang="en-US" sz="3600" b="1" dirty="0">
                <a:latin typeface="+mn-ea"/>
                <a:ea typeface="+mn-ea"/>
              </a:rPr>
              <a:t>・直近の支出をリスト形式で確認・削除可能</a:t>
            </a:r>
            <a:br>
              <a:rPr lang="en-US" altLang="ja-JP" sz="3600" b="1" dirty="0">
                <a:latin typeface="+mn-ea"/>
                <a:ea typeface="+mn-ea"/>
              </a:rPr>
            </a:br>
            <a:br>
              <a:rPr lang="en-US" altLang="ja-JP" sz="3600" b="1" dirty="0">
                <a:latin typeface="+mn-ea"/>
                <a:ea typeface="+mn-ea"/>
              </a:rPr>
            </a:br>
            <a:r>
              <a:rPr kumimoji="1" lang="ja-JP" altLang="en-US" sz="3600" b="1" dirty="0">
                <a:latin typeface="+mn-ea"/>
                <a:ea typeface="+mn-ea"/>
              </a:rPr>
              <a:t>・</a:t>
            </a:r>
            <a:r>
              <a:rPr lang="ja-JP" altLang="en-US" sz="3600" b="1" dirty="0">
                <a:latin typeface="+mn-ea"/>
                <a:ea typeface="+mn-ea"/>
              </a:rPr>
              <a:t>「今月いくら使ったか」をトップに表示</a:t>
            </a:r>
            <a:br>
              <a:rPr lang="en-US" altLang="ja-JP" b="1" dirty="0">
                <a:latin typeface="+mn-ea"/>
                <a:ea typeface="+mn-ea"/>
              </a:rPr>
            </a:b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C9596883-56DE-2AAF-3B33-9076047821A3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+mn-ea"/>
                <a:ea typeface="+mn-ea"/>
              </a:rPr>
              <a:t>概要②</a:t>
            </a:r>
          </a:p>
        </p:txBody>
      </p:sp>
    </p:spTree>
    <p:extLst>
      <p:ext uri="{BB962C8B-B14F-4D97-AF65-F5344CB8AC3E}">
        <p14:creationId xmlns:p14="http://schemas.microsoft.com/office/powerpoint/2010/main" val="214272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7A08-9629-154E-5DBE-3DD4C33A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25412-B7B5-7C7F-516F-0C389F602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0516" y="2566219"/>
            <a:ext cx="6390968" cy="1160053"/>
          </a:xfrm>
        </p:spPr>
        <p:txBody>
          <a:bodyPr/>
          <a:lstStyle/>
          <a:p>
            <a:r>
              <a:rPr kumimoji="1" lang="ja-JP" altLang="en-US" b="1" dirty="0">
                <a:latin typeface="+mn-ea"/>
                <a:ea typeface="+mn-ea"/>
              </a:rPr>
              <a:t>実機説明</a:t>
            </a:r>
          </a:p>
        </p:txBody>
      </p:sp>
    </p:spTree>
    <p:extLst>
      <p:ext uri="{BB962C8B-B14F-4D97-AF65-F5344CB8AC3E}">
        <p14:creationId xmlns:p14="http://schemas.microsoft.com/office/powerpoint/2010/main" val="121951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4C01-16D2-CB60-C57E-4673557C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2BEF6F-AC09-8D68-D07B-4241BC05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9805220" cy="4274422"/>
          </a:xfrm>
        </p:spPr>
        <p:txBody>
          <a:bodyPr>
            <a:normAutofit/>
          </a:bodyPr>
          <a:lstStyle/>
          <a:p>
            <a:r>
              <a:rPr kumimoji="1" lang="ja-JP" altLang="en-US" sz="3600" b="1" dirty="0">
                <a:latin typeface="+mn-ea"/>
                <a:ea typeface="+mn-ea"/>
              </a:rPr>
              <a:t>コーディングのほぼすべてを</a:t>
            </a:r>
            <a:r>
              <a:rPr kumimoji="1" lang="en-US" altLang="ja-JP" sz="3600" b="1" dirty="0">
                <a:latin typeface="+mn-ea"/>
                <a:ea typeface="+mn-ea"/>
              </a:rPr>
              <a:t>AI</a:t>
            </a:r>
            <a:r>
              <a:rPr kumimoji="1" lang="ja-JP" altLang="en-US" sz="3600" b="1" dirty="0">
                <a:latin typeface="+mn-ea"/>
                <a:ea typeface="+mn-ea"/>
              </a:rPr>
              <a:t>に任せました。自分は作りたい機能を伝えて</a:t>
            </a:r>
            <a:r>
              <a:rPr lang="ja-JP" altLang="en-US" sz="3600" b="1" dirty="0">
                <a:latin typeface="+mn-ea"/>
                <a:ea typeface="+mn-ea"/>
              </a:rPr>
              <a:t>アプリを形にしていきました。</a:t>
            </a:r>
            <a:endParaRPr kumimoji="1" lang="ja-JP" altLang="en-US" sz="3600" b="1" dirty="0">
              <a:latin typeface="+mn-ea"/>
              <a:ea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04556E7-3777-9285-7FC4-8ACAAB357DAA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latin typeface="+mn-ea"/>
                <a:ea typeface="+mn-ea"/>
              </a:rPr>
              <a:t>AI</a:t>
            </a:r>
            <a:r>
              <a:rPr lang="ja-JP" altLang="en-US" b="1" dirty="0">
                <a:latin typeface="+mn-ea"/>
                <a:ea typeface="+mn-ea"/>
              </a:rPr>
              <a:t>の使用について</a:t>
            </a:r>
          </a:p>
        </p:txBody>
      </p:sp>
    </p:spTree>
    <p:extLst>
      <p:ext uri="{BB962C8B-B14F-4D97-AF65-F5344CB8AC3E}">
        <p14:creationId xmlns:p14="http://schemas.microsoft.com/office/powerpoint/2010/main" val="76951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D59F-6DE9-EF92-9FD8-84567A1E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EBA01-9D2E-03CD-A6BC-020CC19A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716958"/>
            <a:ext cx="9559413" cy="3424084"/>
          </a:xfrm>
        </p:spPr>
        <p:txBody>
          <a:bodyPr>
            <a:normAutofit fontScale="90000"/>
          </a:bodyPr>
          <a:lstStyle/>
          <a:p>
            <a:br>
              <a:rPr lang="en-US" altLang="ja-JP" sz="3200" b="1" dirty="0">
                <a:latin typeface="+mn-ea"/>
                <a:ea typeface="+mn-ea"/>
              </a:rPr>
            </a:br>
            <a:r>
              <a:rPr lang="en-US" altLang="ja-JP" sz="3600" b="1" dirty="0">
                <a:latin typeface="+mn-ea"/>
                <a:ea typeface="+mn-ea"/>
              </a:rPr>
              <a:t>Flutter ver.3.35.7</a:t>
            </a:r>
            <a:br>
              <a:rPr lang="en-US" altLang="ja-JP" sz="3600" b="1" dirty="0">
                <a:latin typeface="+mn-ea"/>
                <a:ea typeface="+mn-ea"/>
              </a:rPr>
            </a:br>
            <a:br>
              <a:rPr lang="en-US" altLang="ja-JP" sz="3600" b="1" dirty="0">
                <a:latin typeface="+mn-ea"/>
                <a:ea typeface="+mn-ea"/>
              </a:rPr>
            </a:br>
            <a:r>
              <a:rPr lang="en-US" altLang="ja-JP" sz="3600" b="1" dirty="0">
                <a:latin typeface="+mn-ea"/>
                <a:ea typeface="+mn-ea"/>
              </a:rPr>
              <a:t>Hive</a:t>
            </a:r>
            <a:br>
              <a:rPr lang="en-US" altLang="ja-JP" sz="3600" b="1" dirty="0">
                <a:latin typeface="+mn-ea"/>
                <a:ea typeface="+mn-ea"/>
              </a:rPr>
            </a:br>
            <a:br>
              <a:rPr lang="en-US" altLang="ja-JP" sz="3600" b="1" dirty="0">
                <a:latin typeface="+mn-ea"/>
                <a:ea typeface="+mn-ea"/>
              </a:rPr>
            </a:br>
            <a:r>
              <a:rPr lang="en-US" altLang="ja-JP" sz="3600" b="1" dirty="0">
                <a:latin typeface="+mn-ea"/>
                <a:ea typeface="+mn-ea"/>
              </a:rPr>
              <a:t>Firebase</a:t>
            </a:r>
            <a:br>
              <a:rPr lang="en-US" altLang="ja-JP" sz="3600" b="1" dirty="0">
                <a:latin typeface="+mn-ea"/>
                <a:ea typeface="+mn-ea"/>
              </a:rPr>
            </a:br>
            <a:br>
              <a:rPr lang="en-US" altLang="ja-JP" sz="3600" b="1" dirty="0">
                <a:latin typeface="+mn-ea"/>
                <a:ea typeface="+mn-ea"/>
              </a:rPr>
            </a:br>
            <a:r>
              <a:rPr lang="en-US" altLang="ja-JP" sz="3600" b="1" dirty="0">
                <a:latin typeface="+mn-ea"/>
                <a:ea typeface="+mn-ea"/>
              </a:rPr>
              <a:t>ChatGPT</a:t>
            </a:r>
            <a:br>
              <a:rPr lang="en-US" altLang="ja-JP" sz="3200" b="1" dirty="0">
                <a:latin typeface="+mn-ea"/>
                <a:ea typeface="+mn-ea"/>
              </a:rPr>
            </a:br>
            <a:endParaRPr kumimoji="1" lang="ja-JP" altLang="en-US" sz="3200" b="1" dirty="0">
              <a:latin typeface="+mn-ea"/>
              <a:ea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360A9A79-6676-3DDC-35C1-CD38CC3C865E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+mn-ea"/>
                <a:ea typeface="+mn-ea"/>
              </a:rPr>
              <a:t>構成要素・使用</a:t>
            </a:r>
            <a:r>
              <a:rPr lang="en-US" altLang="ja-JP" b="1" dirty="0">
                <a:latin typeface="+mn-ea"/>
                <a:ea typeface="+mn-ea"/>
              </a:rPr>
              <a:t>AI</a:t>
            </a:r>
            <a:endParaRPr lang="ja-JP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692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BA80-ADA7-9CD0-27A9-767F0BB3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442929-75CD-9C7E-E04F-408898B1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9559413" cy="4274422"/>
          </a:xfrm>
        </p:spPr>
        <p:txBody>
          <a:bodyPr>
            <a:normAutofit/>
          </a:bodyPr>
          <a:lstStyle/>
          <a:p>
            <a:br>
              <a:rPr lang="en-US" altLang="ja-JP" sz="3200" b="1" dirty="0">
                <a:latin typeface="+mn-ea"/>
                <a:ea typeface="+mn-ea"/>
              </a:rPr>
            </a:br>
            <a:r>
              <a:rPr lang="ja-JP" altLang="en-US" sz="3600" b="1" dirty="0">
                <a:latin typeface="+mn-ea"/>
                <a:ea typeface="+mn-ea"/>
              </a:rPr>
              <a:t>レシートの読み取り機能</a:t>
            </a:r>
            <a:br>
              <a:rPr lang="en-US" altLang="ja-JP" sz="3200" b="1" dirty="0">
                <a:latin typeface="+mn-ea"/>
                <a:ea typeface="+mn-ea"/>
              </a:rPr>
            </a:br>
            <a:endParaRPr kumimoji="1" lang="ja-JP" altLang="en-US" sz="3200" b="1" dirty="0">
              <a:latin typeface="+mn-ea"/>
              <a:ea typeface="+mn-ea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70BB0146-0463-E513-A26D-C36A335DF063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+mn-ea"/>
                <a:ea typeface="+mn-ea"/>
              </a:rPr>
              <a:t>実装したかった機能</a:t>
            </a:r>
          </a:p>
        </p:txBody>
      </p:sp>
    </p:spTree>
    <p:extLst>
      <p:ext uri="{BB962C8B-B14F-4D97-AF65-F5344CB8AC3E}">
        <p14:creationId xmlns:p14="http://schemas.microsoft.com/office/powerpoint/2010/main" val="971812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05fe17-d65b-40a4-b68e-9ee8fe11f43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7FEDDC9DC97440BA0F6A48ADFE26B5" ma:contentTypeVersion="12" ma:contentTypeDescription="新しいドキュメントを作成します。" ma:contentTypeScope="" ma:versionID="827444509ea2b0a5b2e979f36f9e4605">
  <xsd:schema xmlns:xsd="http://www.w3.org/2001/XMLSchema" xmlns:xs="http://www.w3.org/2001/XMLSchema" xmlns:p="http://schemas.microsoft.com/office/2006/metadata/properties" xmlns:ns3="1f4001e7-082c-414c-8403-86384946270a" xmlns:ns4="b905fe17-d65b-40a4-b68e-9ee8fe11f43a" targetNamespace="http://schemas.microsoft.com/office/2006/metadata/properties" ma:root="true" ma:fieldsID="19e05e0fd6f15663df29f3cba469c80d" ns3:_="" ns4:_="">
    <xsd:import namespace="1f4001e7-082c-414c-8403-86384946270a"/>
    <xsd:import namespace="b905fe17-d65b-40a4-b68e-9ee8fe11f43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001e7-082c-414c-8403-8638494627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5fe17-d65b-40a4-b68e-9ee8fe11f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99B72A-4F77-42C5-8E40-4A9D40F64576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b905fe17-d65b-40a4-b68e-9ee8fe11f43a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1f4001e7-082c-414c-8403-86384946270a"/>
  </ds:schemaRefs>
</ds:datastoreItem>
</file>

<file path=customXml/itemProps2.xml><?xml version="1.0" encoding="utf-8"?>
<ds:datastoreItem xmlns:ds="http://schemas.openxmlformats.org/officeDocument/2006/customXml" ds:itemID="{883209B1-501E-41CF-9FCC-102241370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4001e7-082c-414c-8403-86384946270a"/>
    <ds:schemaRef ds:uri="b905fe17-d65b-40a4-b68e-9ee8fe11f4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493943-4E20-4010-8444-63F8A456D4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127</Words>
  <Application>Microsoft Office PowerPoint</Application>
  <PresentationFormat>ワイド画面</PresentationFormat>
  <Paragraphs>14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MY家計簿</vt:lpstr>
      <vt:lpstr>・サイトにログインすると中央にテンキーの表示  ・カテゴリは「食費」「交通費」 「日用品」「その他」 </vt:lpstr>
      <vt:lpstr>・直近の支出をリスト形式で確認・削除可能  ・「今月いくら使ったか」をトップに表示 </vt:lpstr>
      <vt:lpstr>実機説明</vt:lpstr>
      <vt:lpstr>コーディングのほぼすべてをAIに任せました。自分は作りたい機能を伝えてアプリを形にしていきました。</vt:lpstr>
      <vt:lpstr> Flutter ver.3.35.7  Hive  Firebase  ChatGPT </vt:lpstr>
      <vt:lpstr> レシートの読み取り機能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高野 慧(zeal23410219)</dc:creator>
  <cp:lastModifiedBy>高野 慧(zeal23410219)</cp:lastModifiedBy>
  <cp:revision>4</cp:revision>
  <dcterms:created xsi:type="dcterms:W3CDTF">2026-07-01T04:32:30Z</dcterms:created>
  <dcterms:modified xsi:type="dcterms:W3CDTF">2026-07-15T02:10:31Z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0x010100167FEDDC9DC97440BA0F6A48ADFE26B5</vt:lpwstr>
  </property>
</Properties>
</file>