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B29E42-AA26-47CB-8A62-D42E7E0FDA65}" v="2" dt="2026-07-01T04:32:52.9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AC4730-5917-35DD-3642-5E8817741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CFB1749-B71D-61F1-88CA-12930668B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1B0E8C-D5E3-CAD6-AB41-3F4204144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0562-6864-42CD-A0CB-D17B70C5D1D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A52348-1890-D0F0-1A37-DE251C192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3FEE1E-8D83-673E-5ABA-4122DFCD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EBC8-AD9D-4CF5-89D5-950F1CDD4F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8499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C95B29-6EEB-9068-6A6A-3EF7DCDAA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3D6ADC-9B6F-CFA4-17AE-EA6CE37E4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7220FA-4A53-7C59-DCCF-209BF1343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0562-6864-42CD-A0CB-D17B70C5D1D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BBA95B-0DA1-C896-EA29-E0E55B417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220DCD-CA11-99AE-CB63-61E142092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EBC8-AD9D-4CF5-89D5-950F1CDD4F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0639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C4D4E4-7657-1371-CDFD-8252D659E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AD71E2-3832-D9EE-E3EF-9F304EECF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319816-6C21-3D3A-AE6D-F3C9EDEEE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0562-6864-42CD-A0CB-D17B70C5D1D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986611-37A7-BCAC-4D4A-448A824D8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668C11-034F-D9D5-B89B-BB351A53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EBC8-AD9D-4CF5-89D5-950F1CDD4F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4231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E5D359-CC98-8FC5-ED62-B24A2F573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568468-E178-80F0-17BA-700BE56328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B542131-5E2B-2028-6C63-219BB86F5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7CBD5F1-94A6-48EB-E001-BC06CCD9D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0562-6864-42CD-A0CB-D17B70C5D1D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D5686E-D3DB-3053-E5DE-E81D817F3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A3B954D-A8CE-0663-9B37-8E0AA0B6D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EBC8-AD9D-4CF5-89D5-950F1CDD4F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42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A46282-50B9-FA20-E38B-C8ADFB3E1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EF60E39-D008-520A-C797-AE7E3B814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20E69D2-9C5B-9A74-0007-D19F44783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B96A433-E57B-4417-1B54-890D90017A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0D73282-234B-39D3-305D-5BEA00621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8E541E9-A5F7-04B6-D463-C0A164C19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0562-6864-42CD-A0CB-D17B70C5D1D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6B2F63E-36AA-44DA-8EDE-888804B4B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814EFEA-BA9A-4276-D1F6-80A566226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EBC8-AD9D-4CF5-89D5-950F1CDD4F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1665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DF68F0-B310-6200-7268-FDB0EC58A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B811203-611E-98FE-0994-DD1E00697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0562-6864-42CD-A0CB-D17B70C5D1D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652B933-C7C9-8E19-0DA2-072392414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9AE2ED4-FD0F-7C5D-8246-0B9128204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EBC8-AD9D-4CF5-89D5-950F1CDD4F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3821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EA8DFDA-3696-BAC4-D931-16C7E6C9C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0562-6864-42CD-A0CB-D17B70C5D1D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B90432C-A3B2-505E-0D00-A46B48529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96AE0F2-6F6D-44D4-52FD-9F4DB5EF6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EBC8-AD9D-4CF5-89D5-950F1CDD4F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922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FAC83C-A0B3-9160-776F-A62DABAC7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C47B0C-55D7-5DDE-D7D5-2987CAB06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86AB1CD-332C-7373-4052-D1A583918D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0BFDB8-454F-F36C-4773-9973E8A0A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0562-6864-42CD-A0CB-D17B70C5D1D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E25293-1C1C-F25A-30D1-FA13E6E6E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B3E73D5-2CE9-92B5-4AB4-9A2C20E82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EBC8-AD9D-4CF5-89D5-950F1CDD4F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0284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F038FF-B27E-ED20-C7AF-30A1E7449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10B6A75-D8F2-310C-154A-4482DA8AAA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90E1212-F49C-E858-CF39-048486023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ED93F93-42F6-BAEC-F3DC-6826A2AB9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0562-6864-42CD-A0CB-D17B70C5D1D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D73EF13-4037-6649-0C79-64355245E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5A315B8-ABB5-71B3-B51F-3624C83D3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EBC8-AD9D-4CF5-89D5-950F1CDD4F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2982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CDDF1F-848A-392F-FC7A-F1D1D4343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B5F9D36-4EDE-B24D-3F62-82261B990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A52C6A-ED05-18BD-6F11-C3B29AFF2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0562-6864-42CD-A0CB-D17B70C5D1D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656537-7310-4334-9184-9D5853F9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2AE4DD-92EF-7B8B-76BF-DDDAD0702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EBC8-AD9D-4CF5-89D5-950F1CDD4F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3251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9DDE397-5C51-C4DF-7D7D-677970194F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EC657F4-831E-72BE-3760-7A89A4869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391CB1-1690-94A9-F9C3-E9268CEA5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0562-6864-42CD-A0CB-D17B70C5D1D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91E526-8348-FF55-C3A8-28069984C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CF5DAC-9A18-43E0-079E-B127D5571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EBC8-AD9D-4CF5-89D5-950F1CDD4F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4008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FB1DE6F-8FC4-64C6-1105-12CDFA5A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689AF8-F274-A784-65A8-2C72833B9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E6BFB8-1642-27A3-A118-B0E312365E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9E0562-6864-42CD-A0CB-D17B70C5D1D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F6F5C9-9FA2-2C45-1768-CFC02F5C0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742B83-D607-2BA3-797E-27B56BB1F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E0EBC8-AD9D-4CF5-89D5-950F1CDD4F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3734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4D8645-8BE3-DD0D-398A-FA6AD6920C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MY</a:t>
            </a:r>
            <a:r>
              <a:rPr kumimoji="1" lang="ja-JP" altLang="en-US" dirty="0"/>
              <a:t>家計簿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5EAF737-B8F4-2208-90D3-C4B07200E9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2511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0A453A-8CB5-3A41-D425-69BB3F9F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74" y="1442884"/>
            <a:ext cx="10296832" cy="4274422"/>
          </a:xfrm>
        </p:spPr>
        <p:txBody>
          <a:bodyPr>
            <a:normAutofit/>
          </a:bodyPr>
          <a:lstStyle/>
          <a:p>
            <a:r>
              <a:rPr lang="ja-JP" altLang="en-US" dirty="0"/>
              <a:t>・サイト起動時と同時にテンキーの表示</a:t>
            </a:r>
            <a:br>
              <a:rPr lang="en-US" altLang="ja-JP" dirty="0"/>
            </a:br>
            <a:br>
              <a:rPr kumimoji="1" lang="en-US" altLang="ja-JP" dirty="0"/>
            </a:br>
            <a:r>
              <a:rPr kumimoji="1" lang="ja-JP" altLang="en-US" dirty="0"/>
              <a:t>・カテゴリは</a:t>
            </a:r>
            <a:r>
              <a:rPr lang="ja-JP" altLang="en-US" dirty="0"/>
              <a:t>「食費」「交通費」</a:t>
            </a:r>
            <a:br>
              <a:rPr lang="en-US" altLang="ja-JP" dirty="0"/>
            </a:br>
            <a:r>
              <a:rPr lang="ja-JP" altLang="en-US" dirty="0"/>
              <a:t>「日用品」「その他」</a:t>
            </a:r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9E2DD06F-843B-0A94-740F-C3C56DA49B5C}"/>
              </a:ext>
            </a:extLst>
          </p:cNvPr>
          <p:cNvSpPr txBox="1">
            <a:spLocks/>
          </p:cNvSpPr>
          <p:nvPr/>
        </p:nvSpPr>
        <p:spPr>
          <a:xfrm>
            <a:off x="312174" y="11732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概要①</a:t>
            </a:r>
          </a:p>
        </p:txBody>
      </p:sp>
    </p:spTree>
    <p:extLst>
      <p:ext uri="{BB962C8B-B14F-4D97-AF65-F5344CB8AC3E}">
        <p14:creationId xmlns:p14="http://schemas.microsoft.com/office/powerpoint/2010/main" val="1718121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E0022-2E8F-86AC-1EA5-F0C17B830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C36E35-20F2-7469-B754-291ABE4DD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74" y="1442884"/>
            <a:ext cx="10019070" cy="4274422"/>
          </a:xfrm>
        </p:spPr>
        <p:txBody>
          <a:bodyPr>
            <a:normAutofit/>
          </a:bodyPr>
          <a:lstStyle/>
          <a:p>
            <a:r>
              <a:rPr lang="ja-JP" altLang="en-US" dirty="0"/>
              <a:t>・直近の支出をリスト形式で確認・削除可能</a:t>
            </a:r>
            <a:br>
              <a:rPr lang="en-US" altLang="ja-JP" dirty="0"/>
            </a:br>
            <a:br>
              <a:rPr lang="en-US" altLang="ja-JP" dirty="0"/>
            </a:br>
            <a:r>
              <a:rPr kumimoji="1" lang="ja-JP" altLang="en-US" dirty="0"/>
              <a:t>・</a:t>
            </a:r>
            <a:r>
              <a:rPr lang="ja-JP" altLang="en-US" dirty="0"/>
              <a:t>「今月いくら使ったか」をトップに大きく表示</a:t>
            </a:r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C9596883-56DE-2AAF-3B33-9076047821A3}"/>
              </a:ext>
            </a:extLst>
          </p:cNvPr>
          <p:cNvSpPr txBox="1">
            <a:spLocks/>
          </p:cNvSpPr>
          <p:nvPr/>
        </p:nvSpPr>
        <p:spPr>
          <a:xfrm>
            <a:off x="312174" y="11732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概要②</a:t>
            </a:r>
          </a:p>
        </p:txBody>
      </p:sp>
    </p:spTree>
    <p:extLst>
      <p:ext uri="{BB962C8B-B14F-4D97-AF65-F5344CB8AC3E}">
        <p14:creationId xmlns:p14="http://schemas.microsoft.com/office/powerpoint/2010/main" val="2142723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67FEDDC9DC97440BA0F6A48ADFE26B5" ma:contentTypeVersion="12" ma:contentTypeDescription="新しいドキュメントを作成します。" ma:contentTypeScope="" ma:versionID="827444509ea2b0a5b2e979f36f9e4605">
  <xsd:schema xmlns:xsd="http://www.w3.org/2001/XMLSchema" xmlns:xs="http://www.w3.org/2001/XMLSchema" xmlns:p="http://schemas.microsoft.com/office/2006/metadata/properties" xmlns:ns3="1f4001e7-082c-414c-8403-86384946270a" xmlns:ns4="b905fe17-d65b-40a4-b68e-9ee8fe11f43a" targetNamespace="http://schemas.microsoft.com/office/2006/metadata/properties" ma:root="true" ma:fieldsID="19e05e0fd6f15663df29f3cba469c80d" ns3:_="" ns4:_="">
    <xsd:import namespace="1f4001e7-082c-414c-8403-86384946270a"/>
    <xsd:import namespace="b905fe17-d65b-40a4-b68e-9ee8fe11f43a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SearchProperties" minOccurs="0"/>
                <xsd:element ref="ns4:MediaServiceObjectDetectorVersions" minOccurs="0"/>
                <xsd:element ref="ns4:_activity" minOccurs="0"/>
                <xsd:element ref="ns4:MediaServiceSystemTags" minOccurs="0"/>
                <xsd:element ref="ns4:MediaServiceGenerationTime" minOccurs="0"/>
                <xsd:element ref="ns4:MediaServiceEventHashCode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4001e7-082c-414c-8403-86384946270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05fe17-d65b-40a4-b68e-9ee8fe11f4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05fe17-d65b-40a4-b68e-9ee8fe11f43a" xsi:nil="true"/>
  </documentManagement>
</p:properties>
</file>

<file path=customXml/itemProps1.xml><?xml version="1.0" encoding="utf-8"?>
<ds:datastoreItem xmlns:ds="http://schemas.openxmlformats.org/officeDocument/2006/customXml" ds:itemID="{883209B1-501E-41CF-9FCC-1022413706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4001e7-082c-414c-8403-86384946270a"/>
    <ds:schemaRef ds:uri="b905fe17-d65b-40a4-b68e-9ee8fe11f4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D493943-4E20-4010-8444-63F8A456D4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699B72A-4F77-42C5-8E40-4A9D40F64576}">
  <ds:schemaRefs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infopath/2007/PartnerControls"/>
    <ds:schemaRef ds:uri="b905fe17-d65b-40a4-b68e-9ee8fe11f43a"/>
    <ds:schemaRef ds:uri="http://schemas.microsoft.com/office/2006/metadata/properties"/>
    <ds:schemaRef ds:uri="http://purl.org/dc/terms/"/>
    <ds:schemaRef ds:uri="http://purl.org/dc/elements/1.1/"/>
    <ds:schemaRef ds:uri="http://schemas.openxmlformats.org/package/2006/metadata/core-properties"/>
    <ds:schemaRef ds:uri="1f4001e7-082c-414c-8403-86384946270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Office PowerPoint</Application>
  <PresentationFormat>ワイド画面</PresentationFormat>
  <Paragraphs>5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MY家計簿</vt:lpstr>
      <vt:lpstr>・サイト起動時と同時にテンキーの表示  ・カテゴリは「食費」「交通費」 「日用品」「その他」 </vt:lpstr>
      <vt:lpstr>・直近の支出をリスト形式で確認・削除可能  ・「今月いくら使ったか」をトップに大きく表示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高野 慧(zeal23410219)</dc:creator>
  <cp:lastModifiedBy>高野 慧(zeal23410219)</cp:lastModifiedBy>
  <cp:revision>2</cp:revision>
  <dcterms:created xsi:type="dcterms:W3CDTF">2026-07-01T04:32:30Z</dcterms:created>
  <dcterms:modified xsi:type="dcterms:W3CDTF">2026-07-01T04:33:08Z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0x010100167FEDDC9DC97440BA0F6A48ADFE26B5</vt:lpwstr>
  </property>
</Properties>
</file>