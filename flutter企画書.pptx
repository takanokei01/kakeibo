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E860D-2E8C-A0E9-70D6-0AD5B9997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FF1E6E-803B-217A-B4D6-FF3FB8414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0886B-7997-0F45-B4C6-7B5CEFE6C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F56221-A7CF-B278-5F49-03768CF05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535662-AF39-BDAE-15B6-32CEBB26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738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84ADC-814B-393D-0EEE-B9479FDB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83A52B-053B-8B4F-08CE-125114CFD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D6605B-57CD-80ED-55BF-E136B4B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6FC754-03B4-12EA-1ECC-99D34DB2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968D4F-F514-8703-629D-BA5A2147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40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F162E-4A15-96B9-B7FA-7E5EDC89E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070E49-A811-5B46-17F3-F6309F41B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8AFFC-F37A-68C1-2EC5-C094831A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731F44-E6F2-7507-8CDF-B40C85BC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470F0F-3FD4-9FF1-863C-F3AE4A9A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3364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04AA1-39CD-B03A-C712-B95BE4B7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BE2C55-FA73-1B1E-88E6-EA9B85139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B626E1-7604-3CC2-1CDF-F1899715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FD4345-B57E-B4EA-FFE1-115579AC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D38FB7-860F-8396-B58F-48CF98F7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FC4FF3-5CA7-B674-FC0B-296BEF23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6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5314F-E701-9696-AD05-DA11CDB0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2E4F88-9541-38DB-8D6A-09F847220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499F89-960A-F3D1-D777-5E427F9D4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2DDD0E-BFF3-A220-E709-3AD9E73F1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0907CB2-A982-5121-0FF6-8B9CF2DB1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FB55F1-0BD4-4C28-5BEB-E34DBC6A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CA9BB8-9AA3-0F44-8ABE-DC2A42F0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190E4C-0AE2-75B6-CB4A-0B86B392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53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40834D-E0AA-43BA-3BE7-3442DFB9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9A84C5-8F86-BF9F-66F8-3B57A6E8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DA37B1-32AE-769B-D1C9-16155D74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4A2250-9EE8-17C3-57A8-3DF11E58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864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B3020B-1ED5-A6AA-6C12-2B5C97A7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9412DEE-1139-0914-721B-BFB7DB94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31B08A-0CEB-60A8-20ED-54E6E9ED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71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3396CD-8848-DAC9-5366-9C671A17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475575-E133-8F72-A367-BA92C080E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65A76-B5CD-4E0E-445E-3451B3A38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9841C7-5460-E203-0F9B-B7D349BE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99F3ED-898B-D210-0719-1FFE1AB4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DDC158-0A22-A973-3DFD-F4713ED5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096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B9FDB4-8518-4FF4-13F1-DAB14805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6A2B21-6D94-705F-8EA1-5DAAEF11F3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5CE9AD-FB7B-571A-2949-40FD3F54E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345EE2-126D-C4DD-C84C-A51F5FFD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681D04-7F32-147F-775B-C6AD9682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9227DF-8701-D7C7-4DA1-93FA45DC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89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2FA3EF-1487-2494-B931-B0574C856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051AEE-2CA9-3F99-FFF5-D5777CA62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C45446-B59A-965B-F72A-EDCAB3BB0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C0EE11-7F42-CAE8-C432-4DF55AEC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79011B-DC8F-707A-A8D6-E7B7FB34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38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EF758B-9D03-0869-8ADD-E997CAFBB6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B6FBCC-9384-C2DA-472D-9E5934361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4F0B9D-7758-644B-77AD-FDCA00333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4C1A0E-7462-B536-E01C-2564CB95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F3B9AC-82DB-6355-B94B-71779D13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25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31C8C8-AC6C-23E2-26C7-7F188975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6D414C-93BF-AA6B-A28A-11079CAF5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45CC73-CF1D-FD92-C10C-A64CACB6AE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960F8-3EAD-44E1-B456-5AD0EC93D37D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BADF70-C40B-27C7-76A5-11C2CC66F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B111AE-2985-228F-01DD-FC73C64FA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DCB49-0972-4599-97C8-088CD2292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80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691555-8EDB-F844-AF7E-8DA369DAA0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家計簿アプリ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8EB8AC3-72DE-94CB-42E3-BC4EDC659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70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0A453A-8CB5-3A41-D425-69BB3F9F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442884"/>
            <a:ext cx="10019070" cy="4274422"/>
          </a:xfrm>
        </p:spPr>
        <p:txBody>
          <a:bodyPr>
            <a:normAutofit/>
          </a:bodyPr>
          <a:lstStyle/>
          <a:p>
            <a:r>
              <a:rPr lang="ja-JP" altLang="en-US" dirty="0"/>
              <a:t>・アプリ起動と同時にテンキーの表示</a:t>
            </a:r>
            <a:br>
              <a:rPr lang="en-US" altLang="ja-JP" dirty="0"/>
            </a:br>
            <a:br>
              <a:rPr kumimoji="1" lang="en-US" altLang="ja-JP" dirty="0"/>
            </a:br>
            <a:r>
              <a:rPr kumimoji="1" lang="ja-JP" altLang="en-US" dirty="0"/>
              <a:t>・カテゴリは</a:t>
            </a:r>
            <a:r>
              <a:rPr lang="ja-JP" altLang="en-US" dirty="0"/>
              <a:t>「食費」「交通費」「日</a:t>
            </a:r>
            <a:r>
              <a:rPr lang="ja-JP" altLang="en-US"/>
              <a:t>用品」「</a:t>
            </a:r>
            <a:r>
              <a:rPr lang="ja-JP" altLang="en-US" dirty="0"/>
              <a:t>その他」のみ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9E2DD06F-843B-0A94-740F-C3C56DA49B5C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概要①</a:t>
            </a:r>
          </a:p>
        </p:txBody>
      </p:sp>
    </p:spTree>
    <p:extLst>
      <p:ext uri="{BB962C8B-B14F-4D97-AF65-F5344CB8AC3E}">
        <p14:creationId xmlns:p14="http://schemas.microsoft.com/office/powerpoint/2010/main" val="171812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0022-2E8F-86AC-1EA5-F0C17B83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C36E35-20F2-7469-B754-291ABE4D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442884"/>
            <a:ext cx="10019070" cy="4274422"/>
          </a:xfrm>
        </p:spPr>
        <p:txBody>
          <a:bodyPr>
            <a:normAutofit/>
          </a:bodyPr>
          <a:lstStyle/>
          <a:p>
            <a:r>
              <a:rPr lang="ja-JP" altLang="en-US" dirty="0"/>
              <a:t>・直近の支出をリスト形式で確認・削除可能</a:t>
            </a:r>
            <a:br>
              <a:rPr lang="en-US" altLang="ja-JP" dirty="0"/>
            </a:br>
            <a:br>
              <a:rPr lang="en-US" altLang="ja-JP" dirty="0"/>
            </a:br>
            <a:r>
              <a:rPr kumimoji="1" lang="ja-JP" altLang="en-US" dirty="0"/>
              <a:t>・</a:t>
            </a:r>
            <a:r>
              <a:rPr lang="ja-JP" altLang="en-US" dirty="0"/>
              <a:t>「今月いくら使ったか」をトップに大きく表示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C9596883-56DE-2AAF-3B33-9076047821A3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概要②</a:t>
            </a:r>
          </a:p>
        </p:txBody>
      </p:sp>
    </p:spTree>
    <p:extLst>
      <p:ext uri="{BB962C8B-B14F-4D97-AF65-F5344CB8AC3E}">
        <p14:creationId xmlns:p14="http://schemas.microsoft.com/office/powerpoint/2010/main" val="2142723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05fe17-d65b-40a4-b68e-9ee8fe11f43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67FEDDC9DC97440BA0F6A48ADFE26B5" ma:contentTypeVersion="12" ma:contentTypeDescription="新しいドキュメントを作成します。" ma:contentTypeScope="" ma:versionID="1212ab31dd5cc219b943635f3a405c01">
  <xsd:schema xmlns:xsd="http://www.w3.org/2001/XMLSchema" xmlns:xs="http://www.w3.org/2001/XMLSchema" xmlns:p="http://schemas.microsoft.com/office/2006/metadata/properties" xmlns:ns3="1f4001e7-082c-414c-8403-86384946270a" xmlns:ns4="b905fe17-d65b-40a4-b68e-9ee8fe11f43a" targetNamespace="http://schemas.microsoft.com/office/2006/metadata/properties" ma:root="true" ma:fieldsID="a093f558171da434179e518f377dda28" ns3:_="" ns4:_="">
    <xsd:import namespace="1f4001e7-082c-414c-8403-86384946270a"/>
    <xsd:import namespace="b905fe17-d65b-40a4-b68e-9ee8fe11f43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_activity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001e7-082c-414c-8403-8638494627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5fe17-d65b-40a4-b68e-9ee8fe11f4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A9D2AB-C55D-4438-BBDA-46F0B35A0F18}">
  <ds:schemaRefs>
    <ds:schemaRef ds:uri="http://purl.org/dc/terms/"/>
    <ds:schemaRef ds:uri="http://purl.org/dc/elements/1.1/"/>
    <ds:schemaRef ds:uri="1f4001e7-082c-414c-8403-86384946270a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b905fe17-d65b-40a4-b68e-9ee8fe11f43a"/>
  </ds:schemaRefs>
</ds:datastoreItem>
</file>

<file path=customXml/itemProps2.xml><?xml version="1.0" encoding="utf-8"?>
<ds:datastoreItem xmlns:ds="http://schemas.openxmlformats.org/officeDocument/2006/customXml" ds:itemID="{A1B86344-5C43-478D-863E-F00551BA03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DA5655-BD3B-4911-AE1F-0E95819CE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4001e7-082c-414c-8403-86384946270a"/>
    <ds:schemaRef ds:uri="b905fe17-d65b-40a4-b68e-9ee8fe11f4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</Words>
  <Application>Microsoft Office PowerPoint</Application>
  <PresentationFormat>ワイド画面</PresentationFormat>
  <Paragraphs>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家計簿アプリ</vt:lpstr>
      <vt:lpstr>・アプリ起動と同時にテンキーの表示  ・カテゴリは「食費」「交通費」「日用品」「その他」のみ </vt:lpstr>
      <vt:lpstr>・直近の支出をリスト形式で確認・削除可能  ・「今月いくら使ったか」をトップに大きく表示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高野 慧(zeal23410219)</dc:creator>
  <cp:lastModifiedBy>高野 慧(zeal23410219)</cp:lastModifiedBy>
  <cp:revision>2</cp:revision>
  <dcterms:created xsi:type="dcterms:W3CDTF">2025-11-26T03:07:39Z</dcterms:created>
  <dcterms:modified xsi:type="dcterms:W3CDTF">2026-01-14T03:08:05Z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0x010100167FEDDC9DC97440BA0F6A48ADFE26B5</vt:lpwstr>
  </property>
</Properties>
</file>